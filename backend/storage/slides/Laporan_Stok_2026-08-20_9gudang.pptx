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ffectLst>
                  <a:outerShdw blurRad="50800" dist="38100" dir="5400000" algn="tl" rotWithShape="0">
                    <a:srgbClr val="000000">
                      <a:alpha val="60000"/>
                    </a:srgbClr>
                  </a:outerShdw>
                </a:effectLst>
              </a:rPr>
              <a:t>Laporan Stok Harian — 20 August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5684367" cy="27660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932688"/>
            <a:ext cx="5464911" cy="292608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Jember - Kranjingan  (B3DT/D3GP)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280160"/>
          <a:ext cx="546490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22.95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279.00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-144.85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781.20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288.00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38.80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532.00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01952"/>
            <a:ext cx="2695879" cy="1577339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079" y="1901952"/>
            <a:ext cx="2695879" cy="15773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33007" y="822960"/>
            <a:ext cx="5684367" cy="27660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42735" y="932688"/>
            <a:ext cx="5464911" cy="292608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Jember - Puger  (B381/D3AI)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42735" y="1280160"/>
          <a:ext cx="546490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323.00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168.20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-55.58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1,319.60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285.00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1,034.60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35" y="1901952"/>
            <a:ext cx="2695879" cy="1577339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767" y="1901952"/>
            <a:ext cx="2695879" cy="157733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20" y="3817620"/>
            <a:ext cx="5684367" cy="27660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3927348"/>
            <a:ext cx="5464911" cy="292608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GPP Bondowoso - Wonosari  (B3DU/D3GD)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4274820"/>
          <a:ext cx="546490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184.00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76.50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-92.50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2,554.70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38.80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2,428.50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896612"/>
            <a:ext cx="2695879" cy="1577339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3079" y="4896612"/>
            <a:ext cx="2695879" cy="157733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33007" y="3817620"/>
            <a:ext cx="5684367" cy="27660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2735" y="3927348"/>
            <a:ext cx="5464911" cy="292608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GPP SRAGEN  (F332)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342735" y="4274820"/>
          <a:ext cx="546490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1,076.15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498.85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247.45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824.75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342735" y="4713732"/>
            <a:ext cx="2695879" cy="1760219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11767" y="4713732"/>
            <a:ext cx="2695879" cy="1760219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ffectLst>
                  <a:outerShdw blurRad="50800" dist="38100" dir="5400000" algn="tl" rotWithShape="0">
                    <a:srgbClr val="000000">
                      <a:alpha val="60000"/>
                    </a:srgbClr>
                  </a:outerShdw>
                </a:effectLst>
              </a:rPr>
              <a:t>Laporan Stok Harian — 20 August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5684367" cy="27660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932688"/>
            <a:ext cx="5464911" cy="292608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Asahan  (D3HK/E310)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280160"/>
          <a:ext cx="546490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287.30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78.50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253.80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1,107.25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36.00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76.00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1,147.25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01952"/>
            <a:ext cx="2695879" cy="1577339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079" y="1901952"/>
            <a:ext cx="2695879" cy="15773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33007" y="822960"/>
            <a:ext cx="5684367" cy="27660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42735" y="932688"/>
            <a:ext cx="5464911" cy="292608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Bojonegoro - Sumberejo  (B372)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42735" y="1280160"/>
          <a:ext cx="546490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243.30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128.30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3,744.15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187.50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3,799.65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735" y="1901952"/>
            <a:ext cx="2695879" cy="1577339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767" y="1901952"/>
            <a:ext cx="2695879" cy="157733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20" y="3817620"/>
            <a:ext cx="5684367" cy="27660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3927348"/>
            <a:ext cx="5464911" cy="292608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GPP Banyuwangi - Kabat  (B3DW/D307)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4274820"/>
          <a:ext cx="546490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315.25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406.15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1,579.95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245.00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1,334.95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896612"/>
            <a:ext cx="2695879" cy="1577339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3079" y="4896612"/>
            <a:ext cx="2695879" cy="157733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33007" y="3817620"/>
            <a:ext cx="5684367" cy="27660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2735" y="3927348"/>
            <a:ext cx="5464911" cy="292608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GPP Kediri - Ngadiluwih  (B3BW)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342735" y="4274820"/>
          <a:ext cx="546490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92.90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196.90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155.40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51.40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1,141.55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148.60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42.20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1,035.15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735" y="4896612"/>
            <a:ext cx="2695879" cy="1577339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1767" y="4896612"/>
            <a:ext cx="2695879" cy="15773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ffectLst>
                  <a:outerShdw blurRad="50800" dist="38100" dir="5400000" algn="tl" rotWithShape="0">
                    <a:srgbClr val="000000">
                      <a:alpha val="60000"/>
                    </a:srgbClr>
                  </a:outerShdw>
                </a:effectLst>
              </a:rPr>
              <a:t>Laporan Stok Harian — 20 August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5684367" cy="27660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932688"/>
            <a:ext cx="5464911" cy="292608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Magetan - Maospati  (B391/D3AW)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280160"/>
          <a:ext cx="546490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348.00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151.60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-190.50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1,343.40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133.50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213.00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BFF"/>
                          </a:solidFill>
                          <a:latin typeface="Calibri"/>
                        </a:rPr>
                        <a:t>1,422.90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01952"/>
            <a:ext cx="2695879" cy="1577339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079" y="1901952"/>
            <a:ext cx="2695879" cy="15773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